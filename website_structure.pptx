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132D4-E4F0-33B0-1E69-AC190A7C2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3A2C6B-F917-1A28-08C3-3EC396984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6F782B-D363-B6C4-7916-DF978485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6AABAE-63DE-5BB7-696B-26D0CD5E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85AEA8-5AA4-6F7F-3354-C3B832D7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279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6768C-DA81-7749-8010-98CB3510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89BF28-FE97-740D-7E92-EF39CC95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000973-FF7D-9CB9-DC3C-7BD880F2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6D50B7-E5DB-C88B-E921-30096381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C8F5F3-4D12-2B0A-C03B-2F26A0A0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3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00DC6-902E-0DB1-595A-412651BB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65D895-BDD4-5AF8-8F72-659240475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8AE19C-EACF-0ACE-BEC7-3E35C2EE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10CCBF-8035-D312-9916-B2964204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B061D-9F2F-1366-C858-AA2FA2F2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17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3FC77-7DCA-CBF6-0EEE-150DFEB2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8E10A4-23C4-BC6B-96CB-5C5FADE4F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2C80A6-CB9F-57B6-C2E1-E33590B65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BFDBE9-4B20-1F71-54DE-BC5BE12F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8A1C5E-B1AF-465E-28CC-6090C95E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2514CA-0F8A-5C16-3883-833D7CFB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68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432E4-C1E2-0180-840A-37AD037A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BF8C7C-9F6B-CEC5-52BB-CE3A065FD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7B616F-64D6-34B2-9136-37E5ED180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9FD061-2208-92E7-C339-07CA9B9D8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EE85FB-E214-2F6E-BC50-ADD4340B7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209BBA-E56E-517D-E693-EFAF71DD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036356-D8A3-686F-7AD5-596CA3C8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13C0DA-0B8C-7B34-1C70-94CA8AC2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10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0D7DB-8ABC-8206-1BD5-AF84B998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FA4F43-65E6-DDF3-8DA3-9C8CE315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1133AE-1684-237C-64AA-77D3CD06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B71515-B8E1-88E7-B93E-03093D6E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82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CF535B-F73A-6FB9-FD5D-0C14DD75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E2274F-9A09-1D4C-409B-E14A4281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B3FA20-F335-BAA8-4CF2-0316F715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68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ED078-D247-D724-8EB0-6B15F617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0D0807-D877-8FFF-E7BA-1D570ACCF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BA2926-85FC-B024-A937-0787689F2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E385CC-CD8D-F9F1-110A-E8D634A4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9C2E9-3D5D-A09C-79DE-BD8E63FD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DF78AA-B564-FCDD-D257-42D579F9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44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BE1C9-CC29-743D-BACA-980F49B7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B08F96D-A5D5-7DCD-4493-A408BBDDF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BCE61E-CC12-53A4-80D6-9DEB8C709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F2B726-49DE-1B11-0F3C-FD5BAF78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851951-B696-436D-E0C7-5B78F02E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2B8809-1985-AB90-ACC0-E39D7C63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34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314D5-C94F-47F8-7B4E-7C3149C6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8CF53E-BCFC-5479-5782-470E6B42A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28C728-FC32-4815-F5FB-996A3B46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C756E-FBE5-B8EE-DDE2-84A6795F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5A2665-4D33-558A-310F-849384E8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39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4D9BBF-CC21-B9BA-55C0-672D14683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014DEA-97BF-66A5-61CE-D98BB037E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3BED4-7679-6A67-9A0D-559E6412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440686-6BFD-6048-11D1-1B2BE97F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D26092-5AFE-E319-9B40-D0D76F60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52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63D0C2-867F-73B9-9EA6-7E19B607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38E249-8E7B-6FDB-293E-58DBECC7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FB0FB8-B51A-06D2-5A0E-5C9A5F76D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32055-4BD4-4B45-BB1B-191EE6E37A63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2D61D6-DA4F-E3D6-999A-8A06283FC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9BD328-389A-C5E7-D3B2-BD7AB73E7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11F6E-1B37-4F5A-B306-E06FF2BFD5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31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6849C3E-9079-B78E-4CD0-0FAE60DF7078}"/>
              </a:ext>
            </a:extLst>
          </p:cNvPr>
          <p:cNvSpPr txBox="1"/>
          <p:nvPr/>
        </p:nvSpPr>
        <p:spPr>
          <a:xfrm>
            <a:off x="2362201" y="1972732"/>
            <a:ext cx="402166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Audio (TTS, ohne Noise, Pausen etc.)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C63E2E8-DAB3-8504-5B08-FEDF125C7797}"/>
              </a:ext>
            </a:extLst>
          </p:cNvPr>
          <p:cNvSpPr txBox="1"/>
          <p:nvPr/>
        </p:nvSpPr>
        <p:spPr>
          <a:xfrm>
            <a:off x="2260600" y="736600"/>
            <a:ext cx="40216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b="1" dirty="0"/>
              <a:t>Audio Test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1839117-3CD4-4F3B-10AC-DFA06267E0FF}"/>
              </a:ext>
            </a:extLst>
          </p:cNvPr>
          <p:cNvSpPr txBox="1"/>
          <p:nvPr/>
        </p:nvSpPr>
        <p:spPr>
          <a:xfrm>
            <a:off x="2362201" y="1370055"/>
            <a:ext cx="40216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Audio x </a:t>
            </a:r>
            <a:r>
              <a:rPr lang="de-DE" dirty="0" err="1"/>
              <a:t>of</a:t>
            </a:r>
            <a:r>
              <a:rPr lang="de-DE" dirty="0"/>
              <a:t> y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3BE7A3C-1AF2-41A4-C2F2-EAA2D0334EFB}"/>
              </a:ext>
            </a:extLst>
          </p:cNvPr>
          <p:cNvSpPr txBox="1"/>
          <p:nvPr/>
        </p:nvSpPr>
        <p:spPr>
          <a:xfrm>
            <a:off x="2362200" y="2575409"/>
            <a:ext cx="67394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Frage: </a:t>
            </a:r>
            <a:r>
              <a:rPr lang="de-DE" dirty="0">
                <a:highlight>
                  <a:srgbClr val="FFFF00"/>
                </a:highlight>
              </a:rPr>
              <a:t>How </a:t>
            </a:r>
            <a:r>
              <a:rPr lang="de-DE" dirty="0" err="1">
                <a:highlight>
                  <a:srgbClr val="FFFF00"/>
                </a:highlight>
              </a:rPr>
              <a:t>close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does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this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sound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to</a:t>
            </a:r>
            <a:r>
              <a:rPr lang="de-DE" dirty="0">
                <a:highlight>
                  <a:srgbClr val="FFFF00"/>
                </a:highlight>
              </a:rPr>
              <a:t> a human</a:t>
            </a:r>
            <a:r>
              <a:rPr lang="de-DE" dirty="0"/>
              <a:t>?/ </a:t>
            </a:r>
            <a:r>
              <a:rPr lang="de-DE" dirty="0" err="1">
                <a:highlight>
                  <a:srgbClr val="FFFF00"/>
                </a:highlight>
              </a:rPr>
              <a:t>What</a:t>
            </a:r>
            <a:r>
              <a:rPr lang="de-DE" dirty="0">
                <a:highlight>
                  <a:srgbClr val="FFFF00"/>
                </a:highlight>
              </a:rPr>
              <a:t> do </a:t>
            </a:r>
            <a:r>
              <a:rPr lang="de-DE" dirty="0" err="1">
                <a:highlight>
                  <a:srgbClr val="FFFF00"/>
                </a:highlight>
              </a:rPr>
              <a:t>you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hear</a:t>
            </a:r>
            <a:r>
              <a:rPr lang="de-DE" dirty="0">
                <a:highlight>
                  <a:srgbClr val="FFFF00"/>
                </a:highlight>
              </a:rPr>
              <a:t>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A44FBA8-5ED4-8B07-9467-83680BCC9972}"/>
              </a:ext>
            </a:extLst>
          </p:cNvPr>
          <p:cNvSpPr txBox="1"/>
          <p:nvPr/>
        </p:nvSpPr>
        <p:spPr>
          <a:xfrm>
            <a:off x="2362200" y="3059668"/>
            <a:ext cx="402166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User Input (</a:t>
            </a:r>
            <a:r>
              <a:rPr lang="de-DE" dirty="0">
                <a:highlight>
                  <a:srgbClr val="FFFF00"/>
                </a:highlight>
              </a:rPr>
              <a:t>Checkbox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Skala</a:t>
            </a:r>
            <a:r>
              <a:rPr lang="de-DE" dirty="0"/>
              <a:t>, </a:t>
            </a:r>
            <a:r>
              <a:rPr lang="de-DE" dirty="0">
                <a:highlight>
                  <a:srgbClr val="FFFF00"/>
                </a:highlight>
              </a:rPr>
              <a:t>Freitext</a:t>
            </a:r>
            <a:r>
              <a:rPr lang="de-DE" dirty="0"/>
              <a:t>?)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AFDF4B3-B2F8-E189-3028-1EE1302DEC55}"/>
              </a:ext>
            </a:extLst>
          </p:cNvPr>
          <p:cNvSpPr txBox="1"/>
          <p:nvPr/>
        </p:nvSpPr>
        <p:spPr>
          <a:xfrm>
            <a:off x="175683" y="4182643"/>
            <a:ext cx="143086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site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DFA83B7-944E-EFAE-44A3-945A3936443C}"/>
              </a:ext>
            </a:extLst>
          </p:cNvPr>
          <p:cNvSpPr txBox="1"/>
          <p:nvPr/>
        </p:nvSpPr>
        <p:spPr>
          <a:xfrm>
            <a:off x="9956800" y="2336799"/>
            <a:ext cx="143086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F939A0B-D401-123A-F183-BEF156B93702}"/>
              </a:ext>
            </a:extLst>
          </p:cNvPr>
          <p:cNvCxnSpPr/>
          <p:nvPr/>
        </p:nvCxnSpPr>
        <p:spPr>
          <a:xfrm>
            <a:off x="1905000" y="635000"/>
            <a:ext cx="0" cy="4851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FA0C249-A89C-EE6D-5FBB-CD7FCFD518CF}"/>
              </a:ext>
            </a:extLst>
          </p:cNvPr>
          <p:cNvCxnSpPr/>
          <p:nvPr/>
        </p:nvCxnSpPr>
        <p:spPr>
          <a:xfrm>
            <a:off x="9177867" y="635000"/>
            <a:ext cx="0" cy="4851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698CEFB-05E3-FD18-FF6D-4471FF2FFA22}"/>
              </a:ext>
            </a:extLst>
          </p:cNvPr>
          <p:cNvSpPr txBox="1"/>
          <p:nvPr/>
        </p:nvSpPr>
        <p:spPr>
          <a:xfrm>
            <a:off x="4271433" y="4060274"/>
            <a:ext cx="143086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Skala: Kein Default!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B637178-AE43-9E56-7A59-7506C63B9CC4}"/>
              </a:ext>
            </a:extLst>
          </p:cNvPr>
          <p:cNvSpPr txBox="1"/>
          <p:nvPr/>
        </p:nvSpPr>
        <p:spPr>
          <a:xfrm>
            <a:off x="5903384" y="465984"/>
            <a:ext cx="251883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Anderer Teil mit Noise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9625318-4C1C-A389-D224-2DAC87D66C65}"/>
              </a:ext>
            </a:extLst>
          </p:cNvPr>
          <p:cNvSpPr txBox="1"/>
          <p:nvPr/>
        </p:nvSpPr>
        <p:spPr>
          <a:xfrm>
            <a:off x="5903384" y="875211"/>
            <a:ext cx="281093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Anderer Teil mit Speed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A5335E3-43B2-122E-1B50-BFA192B42177}"/>
              </a:ext>
            </a:extLst>
          </p:cNvPr>
          <p:cNvSpPr txBox="1"/>
          <p:nvPr/>
        </p:nvSpPr>
        <p:spPr>
          <a:xfrm>
            <a:off x="5903384" y="1275599"/>
            <a:ext cx="281093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Anderer Teil mit Unterbrechungen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731387A-50AF-AC45-AA44-646320797D5E}"/>
              </a:ext>
            </a:extLst>
          </p:cNvPr>
          <p:cNvSpPr txBox="1"/>
          <p:nvPr/>
        </p:nvSpPr>
        <p:spPr>
          <a:xfrm>
            <a:off x="5903384" y="56757"/>
            <a:ext cx="307340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Anderer Teil mit Lautstärke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0F864F7-CFC7-9BEC-A9DA-3594707E3B92}"/>
              </a:ext>
            </a:extLst>
          </p:cNvPr>
          <p:cNvSpPr txBox="1"/>
          <p:nvPr/>
        </p:nvSpPr>
        <p:spPr>
          <a:xfrm>
            <a:off x="4083052" y="645328"/>
            <a:ext cx="17822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Anderer Reiter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F894066-7C7C-49B6-EFA1-E1CEBAA1D24F}"/>
              </a:ext>
            </a:extLst>
          </p:cNvPr>
          <p:cNvSpPr txBox="1"/>
          <p:nvPr/>
        </p:nvSpPr>
        <p:spPr>
          <a:xfrm>
            <a:off x="0" y="530536"/>
            <a:ext cx="1782232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Einsprechen per Website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64B357BB-4C72-D79D-ADC1-18E38E2C7BE3}"/>
              </a:ext>
            </a:extLst>
          </p:cNvPr>
          <p:cNvSpPr txBox="1"/>
          <p:nvPr/>
        </p:nvSpPr>
        <p:spPr>
          <a:xfrm>
            <a:off x="0" y="1278467"/>
            <a:ext cx="17822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Save Button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4C42BBF-3FF2-82A2-3713-2A843CDC83F0}"/>
              </a:ext>
            </a:extLst>
          </p:cNvPr>
          <p:cNvSpPr txBox="1"/>
          <p:nvPr/>
        </p:nvSpPr>
        <p:spPr>
          <a:xfrm>
            <a:off x="0" y="1730917"/>
            <a:ext cx="17822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Englisch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C6340F4-4FB9-5C84-1B1D-7B53C87FA07B}"/>
              </a:ext>
            </a:extLst>
          </p:cNvPr>
          <p:cNvSpPr txBox="1"/>
          <p:nvPr/>
        </p:nvSpPr>
        <p:spPr>
          <a:xfrm>
            <a:off x="7050616" y="3629276"/>
            <a:ext cx="1828799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Skip falls selber gesprochen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78B8020-B3F9-00A2-A30F-15145CCAB53F}"/>
              </a:ext>
            </a:extLst>
          </p:cNvPr>
          <p:cNvSpPr txBox="1"/>
          <p:nvPr/>
        </p:nvSpPr>
        <p:spPr>
          <a:xfrm>
            <a:off x="6666443" y="4782460"/>
            <a:ext cx="1828799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Nicht alles durchlaufen, sondern bis Nutzer abbricht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1E05C4-C436-D32D-7EEA-A26D8C500B83}"/>
              </a:ext>
            </a:extLst>
          </p:cNvPr>
          <p:cNvSpPr txBox="1"/>
          <p:nvPr/>
        </p:nvSpPr>
        <p:spPr>
          <a:xfrm>
            <a:off x="61384" y="2575409"/>
            <a:ext cx="17822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Skip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6BAFC0-0B7D-B293-C265-8D67E1C85587}"/>
              </a:ext>
            </a:extLst>
          </p:cNvPr>
          <p:cNvSpPr txBox="1"/>
          <p:nvPr/>
        </p:nvSpPr>
        <p:spPr>
          <a:xfrm>
            <a:off x="74084" y="3379026"/>
            <a:ext cx="17822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Tupel</a:t>
            </a:r>
          </a:p>
        </p:txBody>
      </p:sp>
    </p:spTree>
    <p:extLst>
      <p:ext uri="{BB962C8B-B14F-4D97-AF65-F5344CB8AC3E}">
        <p14:creationId xmlns:p14="http://schemas.microsoft.com/office/powerpoint/2010/main" val="218929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Breitbild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Hak</dc:creator>
  <cp:lastModifiedBy>Lukas Hak</cp:lastModifiedBy>
  <cp:revision>3</cp:revision>
  <dcterms:created xsi:type="dcterms:W3CDTF">2026-08-13T16:54:13Z</dcterms:created>
  <dcterms:modified xsi:type="dcterms:W3CDTF">2026-08-27T15:58:49Z</dcterms:modified>
</cp:coreProperties>
</file>
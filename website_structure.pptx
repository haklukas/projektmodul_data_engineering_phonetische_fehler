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90" d="100"/>
          <a:sy n="90" d="100"/>
        </p:scale>
        <p:origin x="355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03132D4-E4F0-33B0-1E69-AC190A7C29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E73A2C6B-F917-1A28-08C3-3EC396984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C6F782B-D363-B6C4-7916-DF978485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32055-4BD4-4B45-BB1B-191EE6E37A63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56AABAE-63DE-5BB7-696B-26D0CD5ED0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B85AEA8-5AA4-6F7F-3354-C3B832D736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1F6E-1B37-4F5A-B306-E06FF2BFD5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827997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F6768C-DA81-7749-8010-98CB35103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B89BF28-FE97-740D-7E92-EF39CC95AA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000973-FF7D-9CB9-DC3C-7BD880F28C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32055-4BD4-4B45-BB1B-191EE6E37A63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F6D50B7-E5DB-C88B-E921-30096381B7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7C8F5F3-4D12-2B0A-C03B-2F26A0A02A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1F6E-1B37-4F5A-B306-E06FF2BFD5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6333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C800DC6-902E-0DB1-595A-412651BBBA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8E65D895-BDD4-5AF8-8F72-659240475E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98AE19C-EACF-0ACE-BEC7-3E35C2EE8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32055-4BD4-4B45-BB1B-191EE6E37A63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B10CCBF-8035-D312-9916-B29642047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49EB061D-9F2F-1366-C858-AA2FA2F208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1F6E-1B37-4F5A-B306-E06FF2BFD5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011740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A3FC77-7DCA-CBF6-0EEE-150DFEB2C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8E10A4-23C4-BC6B-96CB-5C5FADE4F4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182C80A6-CB9F-57B6-C2E1-E33590B652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BBFDBE9-4B20-1F71-54DE-BC5BE12F7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32055-4BD4-4B45-BB1B-191EE6E37A63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48A1C5E-B1AF-465E-28CC-6090C95E9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252514CA-0F8A-5C16-3883-833D7CFB8F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1F6E-1B37-4F5A-B306-E06FF2BFD5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03681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A9432E4-C1E2-0180-840A-37AD037AC9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25BF8C7C-9F6B-CEC5-52BB-CE3A065FD9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A7B616F-64D6-34B2-9136-37E5ED1807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E59FD061-2208-92E7-C339-07CA9B9D86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9EE85FB-E214-2F6E-BC50-ADD4340B7C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E5209BBA-E56E-517D-E693-EFAF71DD0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32055-4BD4-4B45-BB1B-191EE6E37A63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DA036356-D8A3-686F-7AD5-596CA3C8C5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9E13C0DA-0B8C-7B34-1C70-94CA8AC2F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1F6E-1B37-4F5A-B306-E06FF2BFD5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221026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220D7DB-8ABC-8206-1BD5-AF84B998AA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CEFA4F43-65E6-DDF3-8DA3-9C8CE315C0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32055-4BD4-4B45-BB1B-191EE6E37A63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81133AE-1684-237C-64AA-77D3CD06B3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0B71515-B8E1-88E7-B93E-03093D6EE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1F6E-1B37-4F5A-B306-E06FF2BFD5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248292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2CCF535B-F73A-6FB9-FD5D-0C14DD75C0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32055-4BD4-4B45-BB1B-191EE6E37A63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6E2274F-9A09-1D4C-409B-E14A4281F7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BB3FA20-F335-BAA8-4CF2-0316F7156F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1F6E-1B37-4F5A-B306-E06FF2BFD5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656886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FAED078-D247-D724-8EB0-6B15F617B5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70D0807-D877-8FFF-E7BA-1D570ACCFC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DBA2926-85FC-B024-A937-0787689F2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6BE385CC-CD8D-F9F1-110A-E8D634A43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32055-4BD4-4B45-BB1B-191EE6E37A63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5D09C2E9-3D5D-A09C-79DE-BD8E63FD2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9DF78AA-B564-FCDD-D257-42D579F9A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1F6E-1B37-4F5A-B306-E06FF2BFD5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5004441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BBE1C9-CC29-743D-BACA-980F49B7B2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5B08F96D-A5D5-7DCD-4493-A408BBDDF84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DE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3BCE61E-CC12-53A4-80D6-9DEB8C709A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BBF2B726-49DE-1B11-0F3C-FD5BAF783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32055-4BD4-4B45-BB1B-191EE6E37A63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0851951-B696-436D-E0C7-5B78F02ED8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4A2B8809-1985-AB90-ACC0-E39D7C634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1F6E-1B37-4F5A-B306-E06FF2BFD5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3963433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4314D5-C94F-47F8-7B4E-7C3149C67D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1E8CF53E-BCFC-5479-5782-470E6B42AA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AB28C728-FC32-4815-F5FB-996A3B4611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32055-4BD4-4B45-BB1B-191EE6E37A63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CDC756E-FBE5-B8EE-DDE2-84A6795FE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B5A2665-4D33-558A-310F-849384E824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1F6E-1B37-4F5A-B306-E06FF2BFD5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783985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E74D9BBF-CC21-B9BA-55C0-672D1468300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78014DEA-97BF-66A5-61CE-D98BB037E9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1973BED4-7679-6A67-9A0D-559E6412EC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032055-4BD4-4B45-BB1B-191EE6E37A63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1440686-6BFD-6048-11D1-1B2BE97FB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1D26092-5AFE-E319-9B40-D0D76F60F9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B11F6E-1B37-4F5A-B306-E06FF2BFD5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015231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9463D0C2-867F-73B9-9EA6-7E19B60731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B38E249-8E7B-6FDB-293E-58DBECC79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1FB0FB8-B51A-06D2-5A0E-5C9A5F76D4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032055-4BD4-4B45-BB1B-191EE6E37A63}" type="datetimeFigureOut">
              <a:rPr lang="de-DE" smtClean="0"/>
              <a:t>13.08.2026</a:t>
            </a:fld>
            <a:endParaRPr lang="de-DE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F2D61D6-DA4F-E3D6-999A-8A06283FC6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8F9BD328-389A-C5E7-D3B2-BD7AB73E784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B11F6E-1B37-4F5A-B306-E06FF2BFD5E7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973109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feld 3">
            <a:extLst>
              <a:ext uri="{FF2B5EF4-FFF2-40B4-BE49-F238E27FC236}">
                <a16:creationId xmlns:a16="http://schemas.microsoft.com/office/drawing/2014/main" id="{F6849C3E-9079-B78E-4CD0-0FAE60DF7078}"/>
              </a:ext>
            </a:extLst>
          </p:cNvPr>
          <p:cNvSpPr txBox="1"/>
          <p:nvPr/>
        </p:nvSpPr>
        <p:spPr>
          <a:xfrm>
            <a:off x="2362201" y="1972732"/>
            <a:ext cx="4021666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/>
              <a:t>Audio (TTS, ohne Noise, Pausen etc.)</a:t>
            </a:r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3C63E2E8-DAB3-8504-5B08-FEDF125C7797}"/>
              </a:ext>
            </a:extLst>
          </p:cNvPr>
          <p:cNvSpPr txBox="1"/>
          <p:nvPr/>
        </p:nvSpPr>
        <p:spPr>
          <a:xfrm>
            <a:off x="2260600" y="736600"/>
            <a:ext cx="4021666" cy="40011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de-DE" sz="2000" b="1" dirty="0"/>
              <a:t>Audio Test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D1839117-3CD4-4F3B-10AC-DFA06267E0FF}"/>
              </a:ext>
            </a:extLst>
          </p:cNvPr>
          <p:cNvSpPr txBox="1"/>
          <p:nvPr/>
        </p:nvSpPr>
        <p:spPr>
          <a:xfrm>
            <a:off x="2362201" y="1370055"/>
            <a:ext cx="402166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/>
              <a:t>Audio x </a:t>
            </a:r>
            <a:r>
              <a:rPr lang="de-DE" dirty="0" err="1"/>
              <a:t>of</a:t>
            </a:r>
            <a:r>
              <a:rPr lang="de-DE" dirty="0"/>
              <a:t> y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93BE7A3C-1AF2-41A4-C2F2-EAA2D0334EFB}"/>
              </a:ext>
            </a:extLst>
          </p:cNvPr>
          <p:cNvSpPr txBox="1"/>
          <p:nvPr/>
        </p:nvSpPr>
        <p:spPr>
          <a:xfrm>
            <a:off x="2362200" y="2575409"/>
            <a:ext cx="673946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/>
              <a:t>Frage: </a:t>
            </a:r>
            <a:r>
              <a:rPr lang="de-DE" dirty="0">
                <a:highlight>
                  <a:srgbClr val="FFFF00"/>
                </a:highlight>
              </a:rPr>
              <a:t>How </a:t>
            </a:r>
            <a:r>
              <a:rPr lang="de-DE" dirty="0" err="1">
                <a:highlight>
                  <a:srgbClr val="FFFF00"/>
                </a:highlight>
              </a:rPr>
              <a:t>close</a:t>
            </a:r>
            <a:r>
              <a:rPr lang="de-DE" dirty="0">
                <a:highlight>
                  <a:srgbClr val="FFFF00"/>
                </a:highlight>
              </a:rPr>
              <a:t> </a:t>
            </a:r>
            <a:r>
              <a:rPr lang="de-DE" dirty="0" err="1">
                <a:highlight>
                  <a:srgbClr val="FFFF00"/>
                </a:highlight>
              </a:rPr>
              <a:t>does</a:t>
            </a:r>
            <a:r>
              <a:rPr lang="de-DE" dirty="0">
                <a:highlight>
                  <a:srgbClr val="FFFF00"/>
                </a:highlight>
              </a:rPr>
              <a:t> </a:t>
            </a:r>
            <a:r>
              <a:rPr lang="de-DE" dirty="0" err="1">
                <a:highlight>
                  <a:srgbClr val="FFFF00"/>
                </a:highlight>
              </a:rPr>
              <a:t>this</a:t>
            </a:r>
            <a:r>
              <a:rPr lang="de-DE" dirty="0">
                <a:highlight>
                  <a:srgbClr val="FFFF00"/>
                </a:highlight>
              </a:rPr>
              <a:t> </a:t>
            </a:r>
            <a:r>
              <a:rPr lang="de-DE" dirty="0" err="1">
                <a:highlight>
                  <a:srgbClr val="FFFF00"/>
                </a:highlight>
              </a:rPr>
              <a:t>sound</a:t>
            </a:r>
            <a:r>
              <a:rPr lang="de-DE" dirty="0">
                <a:highlight>
                  <a:srgbClr val="FFFF00"/>
                </a:highlight>
              </a:rPr>
              <a:t> </a:t>
            </a:r>
            <a:r>
              <a:rPr lang="de-DE" dirty="0" err="1">
                <a:highlight>
                  <a:srgbClr val="FFFF00"/>
                </a:highlight>
              </a:rPr>
              <a:t>to</a:t>
            </a:r>
            <a:r>
              <a:rPr lang="de-DE" dirty="0">
                <a:highlight>
                  <a:srgbClr val="FFFF00"/>
                </a:highlight>
              </a:rPr>
              <a:t> a human</a:t>
            </a:r>
            <a:r>
              <a:rPr lang="de-DE" dirty="0"/>
              <a:t>?/ </a:t>
            </a:r>
            <a:r>
              <a:rPr lang="de-DE" dirty="0" err="1">
                <a:highlight>
                  <a:srgbClr val="FFFF00"/>
                </a:highlight>
              </a:rPr>
              <a:t>What</a:t>
            </a:r>
            <a:r>
              <a:rPr lang="de-DE" dirty="0">
                <a:highlight>
                  <a:srgbClr val="FFFF00"/>
                </a:highlight>
              </a:rPr>
              <a:t> do </a:t>
            </a:r>
            <a:r>
              <a:rPr lang="de-DE" dirty="0" err="1">
                <a:highlight>
                  <a:srgbClr val="FFFF00"/>
                </a:highlight>
              </a:rPr>
              <a:t>you</a:t>
            </a:r>
            <a:r>
              <a:rPr lang="de-DE" dirty="0">
                <a:highlight>
                  <a:srgbClr val="FFFF00"/>
                </a:highlight>
              </a:rPr>
              <a:t> </a:t>
            </a:r>
            <a:r>
              <a:rPr lang="de-DE" dirty="0" err="1">
                <a:highlight>
                  <a:srgbClr val="FFFF00"/>
                </a:highlight>
              </a:rPr>
              <a:t>hear</a:t>
            </a:r>
            <a:r>
              <a:rPr lang="de-DE" dirty="0">
                <a:highlight>
                  <a:srgbClr val="FFFF00"/>
                </a:highlight>
              </a:rPr>
              <a:t>?</a:t>
            </a: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6A44FBA8-5ED4-8B07-9467-83680BCC9972}"/>
              </a:ext>
            </a:extLst>
          </p:cNvPr>
          <p:cNvSpPr txBox="1"/>
          <p:nvPr/>
        </p:nvSpPr>
        <p:spPr>
          <a:xfrm>
            <a:off x="2362200" y="3059668"/>
            <a:ext cx="4021666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de-DE" dirty="0"/>
              <a:t>User Input (</a:t>
            </a:r>
            <a:r>
              <a:rPr lang="de-DE" dirty="0">
                <a:highlight>
                  <a:srgbClr val="FFFF00"/>
                </a:highlight>
              </a:rPr>
              <a:t>Checkbox</a:t>
            </a:r>
            <a:r>
              <a:rPr lang="de-DE" dirty="0"/>
              <a:t>, </a:t>
            </a:r>
            <a:r>
              <a:rPr lang="de-DE" dirty="0">
                <a:highlight>
                  <a:srgbClr val="FFFF00"/>
                </a:highlight>
              </a:rPr>
              <a:t>Skala</a:t>
            </a:r>
            <a:r>
              <a:rPr lang="de-DE" dirty="0"/>
              <a:t>, </a:t>
            </a:r>
            <a:r>
              <a:rPr lang="de-DE" dirty="0">
                <a:highlight>
                  <a:srgbClr val="FFFF00"/>
                </a:highlight>
              </a:rPr>
              <a:t>Freitext</a:t>
            </a:r>
            <a:r>
              <a:rPr lang="de-DE" dirty="0"/>
              <a:t>?)</a:t>
            </a:r>
          </a:p>
        </p:txBody>
      </p:sp>
      <p:sp>
        <p:nvSpPr>
          <p:cNvPr id="16" name="Textfeld 15">
            <a:extLst>
              <a:ext uri="{FF2B5EF4-FFF2-40B4-BE49-F238E27FC236}">
                <a16:creationId xmlns:a16="http://schemas.microsoft.com/office/drawing/2014/main" id="{BAFDF4B3-B2F8-E189-3028-1EE1302DEC55}"/>
              </a:ext>
            </a:extLst>
          </p:cNvPr>
          <p:cNvSpPr txBox="1"/>
          <p:nvPr/>
        </p:nvSpPr>
        <p:spPr>
          <a:xfrm>
            <a:off x="175683" y="4182643"/>
            <a:ext cx="1430866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Introduction</a:t>
            </a:r>
            <a:r>
              <a:rPr lang="de-DE" dirty="0"/>
              <a:t> </a:t>
            </a:r>
            <a:r>
              <a:rPr lang="de-DE" dirty="0" err="1"/>
              <a:t>site</a:t>
            </a:r>
            <a:endParaRPr lang="de-DE" dirty="0"/>
          </a:p>
        </p:txBody>
      </p:sp>
      <p:sp>
        <p:nvSpPr>
          <p:cNvPr id="18" name="Textfeld 17">
            <a:extLst>
              <a:ext uri="{FF2B5EF4-FFF2-40B4-BE49-F238E27FC236}">
                <a16:creationId xmlns:a16="http://schemas.microsoft.com/office/drawing/2014/main" id="{DDFA83B7-944E-EFAE-44A3-945A3936443C}"/>
              </a:ext>
            </a:extLst>
          </p:cNvPr>
          <p:cNvSpPr txBox="1"/>
          <p:nvPr/>
        </p:nvSpPr>
        <p:spPr>
          <a:xfrm>
            <a:off x="9956800" y="2336799"/>
            <a:ext cx="1430866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 err="1"/>
              <a:t>Thank</a:t>
            </a:r>
            <a:r>
              <a:rPr lang="de-DE" dirty="0"/>
              <a:t> </a:t>
            </a:r>
            <a:r>
              <a:rPr lang="de-DE" dirty="0" err="1"/>
              <a:t>you</a:t>
            </a:r>
            <a:endParaRPr lang="de-DE" dirty="0"/>
          </a:p>
        </p:txBody>
      </p: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9F939A0B-D401-123A-F183-BEF156B93702}"/>
              </a:ext>
            </a:extLst>
          </p:cNvPr>
          <p:cNvCxnSpPr/>
          <p:nvPr/>
        </p:nvCxnSpPr>
        <p:spPr>
          <a:xfrm>
            <a:off x="1905000" y="635000"/>
            <a:ext cx="0" cy="4851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1" name="Gerader Verbinder 20">
            <a:extLst>
              <a:ext uri="{FF2B5EF4-FFF2-40B4-BE49-F238E27FC236}">
                <a16:creationId xmlns:a16="http://schemas.microsoft.com/office/drawing/2014/main" id="{3FA0C249-A89C-EE6D-5FBB-CD7FCFD518CF}"/>
              </a:ext>
            </a:extLst>
          </p:cNvPr>
          <p:cNvCxnSpPr/>
          <p:nvPr/>
        </p:nvCxnSpPr>
        <p:spPr>
          <a:xfrm>
            <a:off x="9177867" y="635000"/>
            <a:ext cx="0" cy="485140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Textfeld 22">
            <a:extLst>
              <a:ext uri="{FF2B5EF4-FFF2-40B4-BE49-F238E27FC236}">
                <a16:creationId xmlns:a16="http://schemas.microsoft.com/office/drawing/2014/main" id="{3698CEFB-05E3-FD18-FF6D-4471FF2FFA22}"/>
              </a:ext>
            </a:extLst>
          </p:cNvPr>
          <p:cNvSpPr txBox="1"/>
          <p:nvPr/>
        </p:nvSpPr>
        <p:spPr>
          <a:xfrm>
            <a:off x="4271433" y="4060274"/>
            <a:ext cx="1430866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Skala: Kein Default!</a:t>
            </a:r>
          </a:p>
        </p:txBody>
      </p:sp>
      <p:sp>
        <p:nvSpPr>
          <p:cNvPr id="25" name="Textfeld 24">
            <a:extLst>
              <a:ext uri="{FF2B5EF4-FFF2-40B4-BE49-F238E27FC236}">
                <a16:creationId xmlns:a16="http://schemas.microsoft.com/office/drawing/2014/main" id="{AB637178-AE43-9E56-7A59-7506C63B9CC4}"/>
              </a:ext>
            </a:extLst>
          </p:cNvPr>
          <p:cNvSpPr txBox="1"/>
          <p:nvPr/>
        </p:nvSpPr>
        <p:spPr>
          <a:xfrm>
            <a:off x="5903384" y="465984"/>
            <a:ext cx="251883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+ Anderer Teil mit Noise</a:t>
            </a:r>
          </a:p>
        </p:txBody>
      </p:sp>
      <p:sp>
        <p:nvSpPr>
          <p:cNvPr id="27" name="Textfeld 26">
            <a:extLst>
              <a:ext uri="{FF2B5EF4-FFF2-40B4-BE49-F238E27FC236}">
                <a16:creationId xmlns:a16="http://schemas.microsoft.com/office/drawing/2014/main" id="{19625318-4C1C-A389-D224-2DAC87D66C65}"/>
              </a:ext>
            </a:extLst>
          </p:cNvPr>
          <p:cNvSpPr txBox="1"/>
          <p:nvPr/>
        </p:nvSpPr>
        <p:spPr>
          <a:xfrm>
            <a:off x="5903384" y="875211"/>
            <a:ext cx="281093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+ Anderer Teil mit Speed</a:t>
            </a:r>
          </a:p>
        </p:txBody>
      </p:sp>
      <p:sp>
        <p:nvSpPr>
          <p:cNvPr id="29" name="Textfeld 28">
            <a:extLst>
              <a:ext uri="{FF2B5EF4-FFF2-40B4-BE49-F238E27FC236}">
                <a16:creationId xmlns:a16="http://schemas.microsoft.com/office/drawing/2014/main" id="{1A5335E3-43B2-122E-1B50-BFA192B42177}"/>
              </a:ext>
            </a:extLst>
          </p:cNvPr>
          <p:cNvSpPr txBox="1"/>
          <p:nvPr/>
        </p:nvSpPr>
        <p:spPr>
          <a:xfrm>
            <a:off x="5903384" y="1275599"/>
            <a:ext cx="2810934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+ Anderer Teil mit Unterbrechungen</a:t>
            </a:r>
          </a:p>
        </p:txBody>
      </p:sp>
      <p:sp>
        <p:nvSpPr>
          <p:cNvPr id="31" name="Textfeld 30">
            <a:extLst>
              <a:ext uri="{FF2B5EF4-FFF2-40B4-BE49-F238E27FC236}">
                <a16:creationId xmlns:a16="http://schemas.microsoft.com/office/drawing/2014/main" id="{9731387A-50AF-AC45-AA44-646320797D5E}"/>
              </a:ext>
            </a:extLst>
          </p:cNvPr>
          <p:cNvSpPr txBox="1"/>
          <p:nvPr/>
        </p:nvSpPr>
        <p:spPr>
          <a:xfrm>
            <a:off x="5903384" y="56757"/>
            <a:ext cx="307340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+ Anderer Teil mit Lautstärke</a:t>
            </a:r>
          </a:p>
        </p:txBody>
      </p:sp>
      <p:sp>
        <p:nvSpPr>
          <p:cNvPr id="33" name="Textfeld 32">
            <a:extLst>
              <a:ext uri="{FF2B5EF4-FFF2-40B4-BE49-F238E27FC236}">
                <a16:creationId xmlns:a16="http://schemas.microsoft.com/office/drawing/2014/main" id="{B0F864F7-CFC7-9BEC-A9DA-3594707E3B92}"/>
              </a:ext>
            </a:extLst>
          </p:cNvPr>
          <p:cNvSpPr txBox="1"/>
          <p:nvPr/>
        </p:nvSpPr>
        <p:spPr>
          <a:xfrm>
            <a:off x="4083052" y="645328"/>
            <a:ext cx="178223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+ Anderer Reiter</a:t>
            </a:r>
          </a:p>
        </p:txBody>
      </p:sp>
      <p:sp>
        <p:nvSpPr>
          <p:cNvPr id="35" name="Textfeld 34">
            <a:extLst>
              <a:ext uri="{FF2B5EF4-FFF2-40B4-BE49-F238E27FC236}">
                <a16:creationId xmlns:a16="http://schemas.microsoft.com/office/drawing/2014/main" id="{BF894066-7C7C-49B6-EFA1-E1CEBAA1D24F}"/>
              </a:ext>
            </a:extLst>
          </p:cNvPr>
          <p:cNvSpPr txBox="1"/>
          <p:nvPr/>
        </p:nvSpPr>
        <p:spPr>
          <a:xfrm>
            <a:off x="0" y="530536"/>
            <a:ext cx="1782232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Einsprechen per Website</a:t>
            </a:r>
          </a:p>
        </p:txBody>
      </p:sp>
      <p:sp>
        <p:nvSpPr>
          <p:cNvPr id="37" name="Textfeld 36">
            <a:extLst>
              <a:ext uri="{FF2B5EF4-FFF2-40B4-BE49-F238E27FC236}">
                <a16:creationId xmlns:a16="http://schemas.microsoft.com/office/drawing/2014/main" id="{64B357BB-4C72-D79D-ADC1-18E38E2C7BE3}"/>
              </a:ext>
            </a:extLst>
          </p:cNvPr>
          <p:cNvSpPr txBox="1"/>
          <p:nvPr/>
        </p:nvSpPr>
        <p:spPr>
          <a:xfrm>
            <a:off x="0" y="1278467"/>
            <a:ext cx="178223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Save Button</a:t>
            </a:r>
          </a:p>
        </p:txBody>
      </p:sp>
      <p:sp>
        <p:nvSpPr>
          <p:cNvPr id="39" name="Textfeld 38">
            <a:extLst>
              <a:ext uri="{FF2B5EF4-FFF2-40B4-BE49-F238E27FC236}">
                <a16:creationId xmlns:a16="http://schemas.microsoft.com/office/drawing/2014/main" id="{C4C42BBF-3FF2-82A2-3713-2A843CDC83F0}"/>
              </a:ext>
            </a:extLst>
          </p:cNvPr>
          <p:cNvSpPr txBox="1"/>
          <p:nvPr/>
        </p:nvSpPr>
        <p:spPr>
          <a:xfrm>
            <a:off x="0" y="1730917"/>
            <a:ext cx="1782232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Englisch</a:t>
            </a:r>
          </a:p>
        </p:txBody>
      </p:sp>
      <p:sp>
        <p:nvSpPr>
          <p:cNvPr id="41" name="Textfeld 40">
            <a:extLst>
              <a:ext uri="{FF2B5EF4-FFF2-40B4-BE49-F238E27FC236}">
                <a16:creationId xmlns:a16="http://schemas.microsoft.com/office/drawing/2014/main" id="{8C6340F4-4FB9-5C84-1B1D-7B53C87FA07B}"/>
              </a:ext>
            </a:extLst>
          </p:cNvPr>
          <p:cNvSpPr txBox="1"/>
          <p:nvPr/>
        </p:nvSpPr>
        <p:spPr>
          <a:xfrm>
            <a:off x="7050616" y="3629276"/>
            <a:ext cx="1828799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Skip falls selber gesprochen</a:t>
            </a:r>
          </a:p>
        </p:txBody>
      </p:sp>
      <p:sp>
        <p:nvSpPr>
          <p:cNvPr id="43" name="Textfeld 42">
            <a:extLst>
              <a:ext uri="{FF2B5EF4-FFF2-40B4-BE49-F238E27FC236}">
                <a16:creationId xmlns:a16="http://schemas.microsoft.com/office/drawing/2014/main" id="{B78B8020-B3F9-00A2-A30F-15145CCAB53F}"/>
              </a:ext>
            </a:extLst>
          </p:cNvPr>
          <p:cNvSpPr txBox="1"/>
          <p:nvPr/>
        </p:nvSpPr>
        <p:spPr>
          <a:xfrm>
            <a:off x="6666443" y="4782460"/>
            <a:ext cx="1828799" cy="120032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de-DE" dirty="0"/>
              <a:t>Nicht alles durchlaufen, sondern bis Nutzer abbricht</a:t>
            </a:r>
          </a:p>
        </p:txBody>
      </p:sp>
    </p:spTree>
    <p:extLst>
      <p:ext uri="{BB962C8B-B14F-4D97-AF65-F5344CB8AC3E}">
        <p14:creationId xmlns:p14="http://schemas.microsoft.com/office/powerpoint/2010/main" val="21892956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</Words>
  <Application>Microsoft Office PowerPoint</Application>
  <PresentationFormat>Breitbild</PresentationFormat>
  <Paragraphs>18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Lukas Hak</dc:creator>
  <cp:lastModifiedBy>Lukas Hak</cp:lastModifiedBy>
  <cp:revision>1</cp:revision>
  <dcterms:created xsi:type="dcterms:W3CDTF">2026-08-13T16:54:13Z</dcterms:created>
  <dcterms:modified xsi:type="dcterms:W3CDTF">2026-08-13T16:54:35Z</dcterms:modified>
</cp:coreProperties>
</file>